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80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914400"/>
            <a:ext cx="109728" cy="109728"/>
          </a:xfrm>
          <a:prstGeom prst="ellipse">
            <a:avLst/>
          </a:prstGeom>
          <a:solidFill>
            <a:srgbClr val="0077A3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914400"/>
            <a:ext cx="109728" cy="109728"/>
          </a:xfrm>
          <a:prstGeom prst="ellipse">
            <a:avLst/>
          </a:prstGeom>
          <a:solidFill>
            <a:srgbClr val="0077A3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38160" y="914400"/>
            <a:ext cx="109728" cy="109728"/>
          </a:xfrm>
          <a:prstGeom prst="ellipse">
            <a:avLst/>
          </a:prstGeom>
          <a:solidFill>
            <a:srgbClr val="0077A3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0" y="1463040"/>
            <a:ext cx="109728" cy="109728"/>
          </a:xfrm>
          <a:prstGeom prst="ellipse">
            <a:avLst/>
          </a:prstGeom>
          <a:solidFill>
            <a:srgbClr val="0077A3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0" y="1463040"/>
            <a:ext cx="109728" cy="109728"/>
          </a:xfrm>
          <a:prstGeom prst="ellipse">
            <a:avLst/>
          </a:prstGeom>
          <a:solidFill>
            <a:srgbClr val="0077A3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109728" cy="109728"/>
          </a:xfrm>
          <a:prstGeom prst="ellipse">
            <a:avLst/>
          </a:prstGeom>
          <a:solidFill>
            <a:srgbClr val="0077A3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274320"/>
            <a:ext cx="3200400" cy="3200400"/>
          </a:xfrm>
          <a:prstGeom prst="ellipse">
            <a:avLst/>
          </a:prstGeom>
          <a:solidFill>
            <a:srgbClr val="1A3050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0" y="731520"/>
            <a:ext cx="2103120" cy="2103120"/>
          </a:xfrm>
          <a:prstGeom prst="ellipse">
            <a:avLst/>
          </a:prstGeom>
          <a:solidFill>
            <a:srgbClr val="112233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82880"/>
            <a:ext cx="201168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82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IT4020 · MTIT ·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914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Bookstore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74320" y="16916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4114800" cy="36576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560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– Group Project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" y="3017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Institute of Information Technology
</a:t>
            </a:r>
            <a:r>
              <a:rPr lang="en-US" sz="11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· Faculty of Computing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5029200" cy="685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8587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Harishram M · Abiramy T · Thuvaraga A · Mathushigan S · Tharsan R · Niruththika 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31 March 2026  |  Contribution: 25% of Final Grade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777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57200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941832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 &amp; Scenario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12893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Online Bookstore?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44568" y="868680"/>
            <a:ext cx="4206240" cy="777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4568" y="868680"/>
            <a:ext cx="457200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4568" y="868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941832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2893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Independent Services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755648"/>
            <a:ext cx="4206240" cy="777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1755648"/>
            <a:ext cx="457200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175564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" y="1828800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" y="217627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 – Port 8000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44568" y="1755648"/>
            <a:ext cx="4206240" cy="777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44568" y="1755648"/>
            <a:ext cx="457200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44568" y="1755648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1828800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217627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&amp; JWT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642616"/>
            <a:ext cx="4206240" cy="777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2642616"/>
            <a:ext cx="457200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264261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" y="2715768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8952" y="306324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SQLite · JWT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44568" y="2642616"/>
            <a:ext cx="4206240" cy="777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44568" y="2642616"/>
            <a:ext cx="457200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44568" y="264261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2715768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Screenshots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74920" y="306324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· Health · Routing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529584"/>
            <a:ext cx="4206240" cy="777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8600" y="3529584"/>
            <a:ext cx="457200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8600" y="352958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8952" y="3602736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8952" y="395020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Ownership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44568" y="3529584"/>
            <a:ext cx="4206240" cy="7772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44568" y="3529584"/>
            <a:ext cx="457200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44568" y="352958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74920" y="3602736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74920" y="395020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 &amp; Scenario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Online Bookstore?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384048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0624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Real-World Justification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bookstores require scalable, modular systems handling large traffic, multiple services, and seamless maintainability.
</a:t>
            </a:r>
            <a:r>
              <a:rPr lang="en-US" sz="12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is ideal because: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business function is independent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scale individually based on load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isolated — no single point of failure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 develop &amp; deploy independently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can differ per service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206240" cy="411480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Business Functions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5361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15544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7739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login, registration, JWT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20848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66360" y="2103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23225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account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6334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6360" y="2651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8712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pricing, stock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1821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66360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34198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&amp; tracking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7307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66360" y="3749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39684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alerts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42793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4297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Reviews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4517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comments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Independent Services · Python FastAPI · SQLite · JWT Authentication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834640" cy="1828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83464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1143000"/>
            <a:ext cx="868680" cy="2743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Port 8001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1155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48132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Harishram 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1755648"/>
            <a:ext cx="2615184" cy="18288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18288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20116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/auth/register, /auth/login, /auth/refresh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63040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Protected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72968" y="1005840"/>
            <a:ext cx="2834640" cy="1828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72968" y="1005840"/>
            <a:ext cx="2834640" cy="7315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01768" y="1143000"/>
            <a:ext cx="868680" cy="2743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01768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Port 8002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2696" y="11155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82696" y="148132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Abiramy 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82696" y="1755648"/>
            <a:ext cx="2615184" cy="18288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82696" y="18288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82696" y="20116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/users/me (GET/POST/PATCH/DELETE)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82696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53128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Protected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63056" y="1005840"/>
            <a:ext cx="2834640" cy="1828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63056" y="1005840"/>
            <a:ext cx="2834640" cy="7315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991856" y="1143000"/>
            <a:ext cx="86868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91856" y="1143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Port 8003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2784" y="11155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Service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72784" y="148132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Thuvaraga 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72784" y="1755648"/>
            <a:ext cx="2615184" cy="18288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72784" y="182880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72784" y="201168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 (CRUD operations)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72784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43216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Protected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2971800"/>
            <a:ext cx="2834640" cy="1828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82880" y="2971800"/>
            <a:ext cx="2834640" cy="731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011680" y="3108960"/>
            <a:ext cx="868680" cy="2743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011680" y="3108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Port 8004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2608" y="30815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92608" y="34472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Mathushigan 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2608" y="3721608"/>
            <a:ext cx="2615184" cy="18288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92608" y="379476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2608" y="39776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 (POST/GET/PATCH status)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2608" y="4544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463040" y="4544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Protected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172968" y="2971800"/>
            <a:ext cx="2834640" cy="1828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172968" y="2971800"/>
            <a:ext cx="2834640" cy="731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001768" y="3108960"/>
            <a:ext cx="868680" cy="27432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01768" y="3108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Port 8005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82696" y="30815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282696" y="34472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Tharsan 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82696" y="3721608"/>
            <a:ext cx="2615184" cy="18288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82696" y="379476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82696" y="39776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/notifications/send, /me, /{id}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82696" y="4544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453128" y="4544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Protected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63056" y="2971800"/>
            <a:ext cx="2834640" cy="1828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163056" y="2971800"/>
            <a:ext cx="2834640" cy="7315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991856" y="3108960"/>
            <a:ext cx="868680" cy="2743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991856" y="3108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Port 8006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72784" y="30815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Service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272784" y="34472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Niruththika 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72784" y="3721608"/>
            <a:ext cx="2615184" cy="18288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272784" y="379476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Endpoints: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272784" y="397764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/feedback/reviews (POST/GET/PATCH/DELETE)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272784" y="45445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443216" y="4544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Protected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Detail: Auth &amp; User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4114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06240" cy="4572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77724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  ·  Port 8001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3258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 Harishram 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60020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Responsibility: User authentication, JWT token generation &amp; session management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201168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2286000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/auth/register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" y="2633472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/auth/login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" y="2980944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/auth/refresh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" y="3328416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3192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/health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" y="422452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(auth.db)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" y="448056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Generates JWT access + refresh tokens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777240"/>
            <a:ext cx="4206240" cy="4114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777240"/>
            <a:ext cx="4206240" cy="4572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77724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  ·  Port 8002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18888" y="13258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 Abiramy 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160020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Responsibility: Manages user profiles and account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18888" y="201168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18888" y="2286000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/users/me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18888" y="2633472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73752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/users/me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18888" y="2980944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3752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 /users/me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18888" y="3328416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/users/me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18888" y="422452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(user.db)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8888" y="448056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Requires JWT token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Detail: Product &amp;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4114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06240" cy="45720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77724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Service  ·  Port 8003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3258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 Thuvaraga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60020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Responsibility: Product catalog management (books, pricing, stock)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201168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2286000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/products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" y="2633472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/products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" y="2980944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/products/{id}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" y="3328416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3192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 /products/{id}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" y="3675888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/products/{id}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" y="422452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(product.db)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" y="448056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Data: id, title, price, stock, category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777240"/>
            <a:ext cx="4206240" cy="4114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777240"/>
            <a:ext cx="4206240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8888" y="77724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  ·  Port 8004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18888" y="13258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 Mathushigan 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160020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Responsibility: Manages order placement and tracking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201168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18888" y="2286000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73752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/orders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18888" y="2633472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3752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/orders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18888" y="2980944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/orders/{order_id}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18888" y="3328416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73752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 /orders/{id}/status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18888" y="422452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(order.db)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18888" y="448056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Interacts with Product Service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Detail: Notification &amp; Feedback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4114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06240" cy="45720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77724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  ·  Port 8005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" y="13258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 Tharsan 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60020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Responsibility: Sends and retrieves notifications for user 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201168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2286000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/notifications/send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" y="2633472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/notifications/me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" y="2980944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/notifications/{id}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" y="422452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(notification.db)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" y="448056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JWT protected · Real-time alerts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777240"/>
            <a:ext cx="4206240" cy="4114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777240"/>
            <a:ext cx="4206240" cy="4572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77724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Service  ·  Port 8006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18888" y="13258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 Niruththika 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160020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Responsibility: Handles product reviews and star ratings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18888" y="201168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18888" y="2286000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73752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/feedback/reviews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18888" y="2633472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/feedback/reviews/me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18888" y="2980944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73752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 /feedback/reviews/{id}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18888" y="3328416"/>
            <a:ext cx="3986784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3752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/feedback/reviews/{id}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18888" y="422452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(feedback.db)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18888" y="448056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Data: rating, comments · JWT required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API Gateway is Essential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4114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931920" cy="4114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777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Gateway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30759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must know 6 different ports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81051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801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URLs for each service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31343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security layer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81635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Swagger docs per service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31927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310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must be configured on each service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82219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monitor all services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2651760"/>
            <a:ext cx="54864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B4D8"/>
                </a:solidFill>
              </a:rPr>
              <a:t>→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983480" y="777240"/>
            <a:ext cx="3931920" cy="411480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83480" y="777240"/>
            <a:ext cx="393192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02352" y="777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Gateway (Port 8000)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02352" y="130759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76672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 – one port (8000)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02352" y="181051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76672" y="1801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unified URL structure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02352" y="231343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76672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authentication &amp; security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02352" y="281635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76672" y="2807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Swagger documentation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02352" y="331927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76672" y="3310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CORS configuration point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02352" y="382219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76672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health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API Gateway (8000) → Microservices (8001–8006) → Individual SQLite Databases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1005840"/>
            <a:ext cx="1463040" cy="73152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" y="1005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🖥️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1325880"/>
            <a:ext cx="82296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00200" y="1097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B4C8"/>
                </a:solidFill>
              </a:rPr>
              <a:t>HTTP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1828800" cy="1005840"/>
          </a:xfrm>
          <a:prstGeom prst="rect">
            <a:avLst/>
          </a:prstGeom>
          <a:solidFill>
            <a:srgbClr val="1A4080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868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🌐 API Gateway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Port: 8000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124712"/>
            <a:ext cx="640080" cy="3657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868680"/>
            <a:ext cx="192024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868680"/>
            <a:ext cx="54864" cy="5303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10912" y="905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10912" y="1143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1124712"/>
            <a:ext cx="411480" cy="36576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23760" y="868680"/>
            <a:ext cx="1737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760" y="8686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B4C8"/>
                </a:solidFill>
              </a:rPr>
              <a:t>🗄️ SQLite 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51960" y="1746504"/>
            <a:ext cx="640080" cy="36576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1490472"/>
            <a:ext cx="192024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92040" y="1490472"/>
            <a:ext cx="54864" cy="53035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1527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10912" y="1764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12280" y="1746504"/>
            <a:ext cx="411480" cy="36576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23760" y="1490472"/>
            <a:ext cx="1737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23760" y="14904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B4C8"/>
                </a:solidFill>
              </a:rPr>
              <a:t>🗄️ SQLite DB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51960" y="2368296"/>
            <a:ext cx="64008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92040" y="2112264"/>
            <a:ext cx="192024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92040" y="2112264"/>
            <a:ext cx="54864" cy="53035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10912" y="2148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Service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10912" y="2386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12280" y="2368296"/>
            <a:ext cx="411480" cy="36576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23760" y="2112264"/>
            <a:ext cx="1737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23760" y="211226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B4C8"/>
                </a:solidFill>
              </a:rPr>
              <a:t>🗄️ SQLite DB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51960" y="2990088"/>
            <a:ext cx="64008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92040" y="2734056"/>
            <a:ext cx="192024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92040" y="2734056"/>
            <a:ext cx="54864" cy="5303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10912" y="2770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10912" y="30083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12280" y="2990088"/>
            <a:ext cx="411480" cy="36576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23760" y="2734056"/>
            <a:ext cx="1737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23760" y="27340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B4C8"/>
                </a:solidFill>
              </a:rPr>
              <a:t>🗄️ SQLite DB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51960" y="3611880"/>
            <a:ext cx="640080" cy="36576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892040" y="3355848"/>
            <a:ext cx="192024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92040" y="3355848"/>
            <a:ext cx="54864" cy="5303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10912" y="33924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010912" y="3630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12280" y="3611880"/>
            <a:ext cx="411480" cy="36576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223760" y="3355848"/>
            <a:ext cx="1737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23760" y="33558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B4C8"/>
                </a:solidFill>
              </a:rPr>
              <a:t>🗄️ SQLite DB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251960" y="4233672"/>
            <a:ext cx="640080" cy="3657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92040" y="3977640"/>
            <a:ext cx="192024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92040" y="3977640"/>
            <a:ext cx="54864" cy="53035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10912" y="4014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Service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10912" y="4251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8006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812280" y="4233672"/>
            <a:ext cx="411480" cy="36576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223760" y="3977640"/>
            <a:ext cx="1737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23760" y="39776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B4C8"/>
                </a:solidFill>
              </a:rPr>
              <a:t>🗄️ SQLite DB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37160" y="2743200"/>
            <a:ext cx="2103120" cy="1371600"/>
          </a:xfrm>
          <a:prstGeom prst="rect">
            <a:avLst/>
          </a:prstGeom>
          <a:solidFill>
            <a:srgbClr val="1A305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01168" y="278892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JWT Flow
</a:t>
            </a: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generates token
Token passes through gateway
Services validate token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– Routing Configuration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port (8000) routes to all six microservices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286000" cy="3840480"/>
          </a:xfrm>
          <a:prstGeom prst="rect">
            <a:avLst/>
          </a:prstGeom>
          <a:solidFill>
            <a:srgbClr val="1A4080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API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GATEWAY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Port 8000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14600" y="1216152"/>
            <a:ext cx="640080" cy="45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194560" cy="5303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18688" y="105156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/auth/*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49240" y="1216152"/>
            <a:ext cx="411480" cy="45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60720" y="1051560"/>
            <a:ext cx="315468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1051560"/>
            <a:ext cx="64008" cy="5303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1088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97880" y="1325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1828800"/>
            <a:ext cx="64008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54680" y="1664208"/>
            <a:ext cx="2194560" cy="5303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18688" y="166420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/users/*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1828800"/>
            <a:ext cx="411480" cy="457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1664208"/>
            <a:ext cx="315468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0720" y="1664208"/>
            <a:ext cx="64008" cy="53035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9788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97880" y="1938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2441448"/>
            <a:ext cx="640080" cy="457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54680" y="2276856"/>
            <a:ext cx="2194560" cy="5303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18688" y="2276856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/products/*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9240" y="2441448"/>
            <a:ext cx="411480" cy="457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60720" y="2276856"/>
            <a:ext cx="315468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760720" y="2276856"/>
            <a:ext cx="64008" cy="53035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97880" y="2313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Service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97880" y="25511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14600" y="3054096"/>
            <a:ext cx="640080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54680" y="2889504"/>
            <a:ext cx="2194560" cy="5303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18688" y="2889504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/orders/*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49240" y="3054096"/>
            <a:ext cx="411480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760720" y="2889504"/>
            <a:ext cx="315468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760720" y="2889504"/>
            <a:ext cx="64008" cy="5303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9788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97880" y="31638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14600" y="3666744"/>
            <a:ext cx="640080" cy="4572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154680" y="3502152"/>
            <a:ext cx="2194560" cy="5303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18688" y="350215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/notifications/*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49240" y="3666744"/>
            <a:ext cx="411480" cy="4572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760720" y="3502152"/>
            <a:ext cx="315468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760720" y="3502152"/>
            <a:ext cx="64008" cy="5303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97880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97880" y="3776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14600" y="4279392"/>
            <a:ext cx="640080" cy="457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154680" y="4114800"/>
            <a:ext cx="2194560" cy="53035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18688" y="411480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/feedback/*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49240" y="4279392"/>
            <a:ext cx="411480" cy="457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760720" y="4114800"/>
            <a:ext cx="3154680" cy="53035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760720" y="4114800"/>
            <a:ext cx="64008" cy="53035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897880" y="4151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Service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897880" y="4389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4709160"/>
            <a:ext cx="8686800" cy="2926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All requests from the client use port 8000 only — the gateway transparently proxies to the correct service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80467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54864" cy="8046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" y="1243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80467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54864" cy="8046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73752" y="1243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" y="1847088"/>
            <a:ext cx="4206240" cy="80467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1847088"/>
            <a:ext cx="54864" cy="8046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" y="1911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Style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" y="21762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847088"/>
            <a:ext cx="4206240" cy="80467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847088"/>
            <a:ext cx="54864" cy="8046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3752" y="1911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21762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(access + refresh tokens)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2779776"/>
            <a:ext cx="4206240" cy="80467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2779776"/>
            <a:ext cx="54864" cy="8046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2779776"/>
            <a:ext cx="4206240" cy="80467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779776"/>
            <a:ext cx="54864" cy="8046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× 6 (one per service)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28600" y="3712464"/>
            <a:ext cx="4206240" cy="80467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" y="3712464"/>
            <a:ext cx="54864" cy="8046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" y="3776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" y="4041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scripts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9160" y="3712464"/>
            <a:ext cx="4206240" cy="80467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3712464"/>
            <a:ext cx="54864" cy="8046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73752" y="3776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73752" y="4041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endpoints per service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Folder:  mtit_micro/  ├ api-gateway/  ├ auth-service/  ├ user-service/  ├ product-service/  ├ order-service/  ├ notification-service/  ├ feedback-service/  └ scripts/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verified both directly and through the API Gateway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86868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– Direct Access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389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service's native Swagger URL (ports 8001–8006) accessible with full documentation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06240" cy="86868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0058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30952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– Via Gateway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30952" y="1389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Swagger documentation accessible through Gateway port 8000 for all services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993392"/>
            <a:ext cx="4206240" cy="86868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993392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Registration Working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 returns HTTP 201 + JWT access &amp; refresh tokens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993392"/>
            <a:ext cx="4206240" cy="86868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1993392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30952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Endpoint Working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0952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/products returns HTTP 200 with product list (title, price, stock, category)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980944"/>
            <a:ext cx="4206240" cy="86868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98094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0392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Health: All Healthy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33649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returns healthy: true · All 6 services return status_code: 200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980944"/>
            <a:ext cx="4206240" cy="86868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98094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30952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Routing Confirmed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33649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mappings verified: /auth→8001, /users→8002, /products→8003, etc.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968496"/>
            <a:ext cx="4206240" cy="86868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96849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0392" y="4059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Documentation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" y="43525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aggregates all service documentation – single unified Swagger view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3968496"/>
            <a:ext cx="4206240" cy="86868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396849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30952" y="4059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Logs Verified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30952" y="43525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server logs confirm services running; gateway routing logs captured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4736592"/>
            <a:ext cx="8686800" cy="301752"/>
          </a:xfrm>
          <a:prstGeom prst="rect">
            <a:avLst/>
          </a:prstGeom>
          <a:solidFill>
            <a:srgbClr val="1A4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4736592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Insert screenshot captures here: Swagger UIs (direct &amp; via gateway), health response, terminal logs, routing config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2344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6400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93192" y="1024128"/>
            <a:ext cx="594360" cy="5943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932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Mathushigan 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243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Order Service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1499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orchestration · Health aggregation · Service mapping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206240" cy="12344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206240" cy="6400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73752" y="1024128"/>
            <a:ext cx="594360" cy="5943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3752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77840" y="932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Harishram 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243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1499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implementation · Security design · Token management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194560"/>
            <a:ext cx="4206240" cy="12344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8600" y="2194560"/>
            <a:ext cx="4206240" cy="64008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3192" y="2395728"/>
            <a:ext cx="594360" cy="59436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3192" y="2395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Niruththika 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2615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Service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97280" y="28712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logic · Rating validation · CRUD operations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194560"/>
            <a:ext cx="4206240" cy="12344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194560"/>
            <a:ext cx="4206240" cy="6400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73752" y="2395728"/>
            <a:ext cx="594360" cy="59436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73752" y="2395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7784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Thuvaraga 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2615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Service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28712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management · Stock tracking · Book data model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566160"/>
            <a:ext cx="4206240" cy="12344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28600" y="3566160"/>
            <a:ext cx="4206240" cy="64008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93192" y="3767328"/>
            <a:ext cx="594360" cy="59436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3192" y="3767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9728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Abiramy 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9728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97280" y="42428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 · Account data · JWT validation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566160"/>
            <a:ext cx="4206240" cy="1234440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3566160"/>
            <a:ext cx="4206240" cy="6400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73752" y="3767328"/>
            <a:ext cx="594360" cy="594360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73752" y="3767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57784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Tharsan 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7784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577840" y="42428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system · Alert delivery · Read tracking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85039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914400" cy="8503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914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Start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316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services + gateway start successfully via PowerShell scripts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85039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914400" cy="8503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914400"/>
            <a:ext cx="914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Health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1316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response: healthy: true · All services: status_code 200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901952"/>
            <a:ext cx="4206240" cy="85039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1901952"/>
            <a:ext cx="914400" cy="8503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1901952"/>
            <a:ext cx="914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Swagger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23042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Swagger UI accessible on native port (8001–8006)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901952"/>
            <a:ext cx="4206240" cy="85039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901952"/>
            <a:ext cx="914400" cy="8503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1901952"/>
            <a:ext cx="914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1500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Swagger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23042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Swagger UIs accessible through gateway at port 8000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889504"/>
            <a:ext cx="4206240" cy="85039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2889504"/>
            <a:ext cx="914400" cy="8503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2889504"/>
            <a:ext cx="914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Registration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3291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 → HTTP 201 + access token + refresh token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889504"/>
            <a:ext cx="4206240" cy="85039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889504"/>
            <a:ext cx="914400" cy="8503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2889504"/>
            <a:ext cx="914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0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15000" y="3291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/products → HTTP 200 + product data (title, price, stock, category)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877056"/>
            <a:ext cx="4206240" cy="85039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8600" y="3877056"/>
            <a:ext cx="914400" cy="8503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8600" y="3877056"/>
            <a:ext cx="914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34440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Verified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34440" y="4279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prefix mapping confirmed: /auth→8001, /products→8003, etc.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877056"/>
            <a:ext cx="4206240" cy="850392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3877056"/>
            <a:ext cx="914400" cy="85039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09160" y="3877056"/>
            <a:ext cx="914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15000" y="3968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Errors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15000" y="4279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runs without build breaks or runtime errors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52160" y="-386861"/>
            <a:ext cx="4114800" cy="41148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007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Bookstore – Microservices 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3200400" cy="36576"/>
          </a:xfrm>
          <a:prstGeom prst="rect">
            <a:avLst/>
          </a:prstGeom>
          <a:solidFill>
            <a:srgbClr val="007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6 independent microservices using FastAPI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792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(Port 8000) acts as a single entry point — eliminating multi-port complexity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has an isolated SQLite database for independence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flows seamlessly through the gateway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3284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verified via Swagger — both directly and through the gateway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58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folder structure maintained throughout the project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5303520" cy="749808"/>
          </a:xfrm>
          <a:prstGeom prst="rect">
            <a:avLst/>
          </a:prstGeom>
          <a:solidFill>
            <a:srgbClr val="1A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54864" cy="7498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224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4805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 ·  Load balancing  ·  Service discovery  ·  Kubernetes orchestration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00B4D8"/>
                </a:solidFill>
              </a:rPr>
              <a:t>6</a:t>
            </a:r>
            <a:endParaRPr lang="en-US" sz="10000" dirty="0"/>
          </a:p>
        </p:txBody>
      </p:sp>
      <p:sp>
        <p:nvSpPr>
          <p:cNvPr id="25" name="Text 23"/>
          <p:cNvSpPr/>
          <p:nvPr/>
        </p:nvSpPr>
        <p:spPr>
          <a:xfrm>
            <a:off x="603504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072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IT4020 · SLIIT · Department of Information Technology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1588</Words>
  <Application>Microsoft Office PowerPoint</Application>
  <PresentationFormat>On-screen Show (16:9)</PresentationFormat>
  <Paragraphs>356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IT4020 – Bookstore Microservices Architecture</dc:title>
  <dc:subject>PptxGenJS Presentation</dc:subject>
  <dc:creator>PptxGenJS</dc:creator>
  <cp:lastModifiedBy>MATHUSIGAN E.S it22177032</cp:lastModifiedBy>
  <cp:revision>2</cp:revision>
  <dcterms:created xsi:type="dcterms:W3CDTF">2026-03-30T11:52:42Z</dcterms:created>
  <dcterms:modified xsi:type="dcterms:W3CDTF">2026-03-30T11:56:57Z</dcterms:modified>
</cp:coreProperties>
</file>